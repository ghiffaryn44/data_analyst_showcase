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8" autoAdjust="0"/>
    <p:restoredTop sz="91480" autoAdjust="0"/>
  </p:normalViewPr>
  <p:slideViewPr>
    <p:cSldViewPr snapToGrid="0">
      <p:cViewPr varScale="1">
        <p:scale>
          <a:sx n="100" d="100"/>
          <a:sy n="100" d="100"/>
        </p:scale>
        <p:origin x="72" y="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b="0"/>
              <a:t>Data Analyst Presentation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Ghiffary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 Naufal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25/8/2026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  <a:p>
            <a:r>
              <a:t>• JavaScript, SQL and HTML/CSS are among the most widely used technologies in the survey.</a:t>
            </a:r>
          </a:p>
          <a:p>
            <a:r>
              <a:t>• Full-stack and back-end roles are prominent in the developer survey and job data.</a:t>
            </a:r>
          </a:p>
          <a:p>
            <a:r>
              <a:t>• Full-stack development is the most frequently reported developer type in the survey.</a:t>
            </a:r>
          </a:p>
          <a:p>
            <a:r>
              <a:t>• Job postings show substantial representation across technology-related role categories.</a:t>
            </a:r>
          </a:p>
          <a:p>
            <a:r>
              <a:t>• Programming languages differ in adoption, future interest, salary and learning difficulty.</a:t>
            </a:r>
          </a:p>
          <a:p>
            <a:r>
              <a:t>• Remote and hybrid work arrangements are common among respondents.</a:t>
            </a:r>
          </a:p>
          <a:p>
            <a:r>
              <a:t>• Career preparation should combine in-demand technical skills with practical project experience.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 of the report,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Analyze developer survey data, job-market information, and programming-language data to identify important trends in the technology industry.</a:t>
            </a:r>
          </a:p>
          <a:p>
            <a:r>
              <a:rPr lang="en-US" sz="2200" dirty="0">
                <a:solidFill>
                  <a:schemeClr val="tx1"/>
                </a:solidFill>
              </a:rPr>
              <a:t>Aspiring developers, students, and career changers who want to understand which technologies and career areas are relevant to the current developer market.</a:t>
            </a:r>
          </a:p>
          <a:p>
            <a:r>
              <a:rPr lang="en-US" sz="2200" dirty="0">
                <a:solidFill>
                  <a:schemeClr val="tx1"/>
                </a:solidFill>
              </a:rPr>
              <a:t>Provides data-driven insights that can help learners prioritize technologies and make more informed career and learning decisions.</a:t>
            </a:r>
          </a:p>
          <a:p>
            <a:r>
              <a:rPr lang="en-US" sz="2200" dirty="0">
                <a:solidFill>
                  <a:schemeClr val="tx1"/>
                </a:solidFill>
              </a:rPr>
              <a:t>Programming-language popularity, developer roles, job opportunities, salary information, and workplace trends.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sources, Data collection &amp; Data wrangling steps</a:t>
            </a:r>
          </a:p>
          <a:p>
            <a:r>
              <a:rPr lang="en-US" sz="2200" dirty="0"/>
              <a:t>Used the provided developer survey </a:t>
            </a:r>
            <a:r>
              <a:rPr lang="en-US" sz="2200" dirty="0" err="1"/>
              <a:t>datase</a:t>
            </a:r>
            <a:endParaRPr lang="en-US" sz="2200" dirty="0"/>
          </a:p>
          <a:p>
            <a:r>
              <a:rPr lang="en-US" sz="2200" dirty="0"/>
              <a:t>Programming-language information was collected from the IBM Skills Network Programming Languages dataset.</a:t>
            </a:r>
          </a:p>
          <a:p>
            <a:r>
              <a:rPr lang="en-US" sz="2200" dirty="0"/>
              <a:t>Checked the data for missing or inconsistent values before performing analysis.</a:t>
            </a:r>
          </a:p>
          <a:p>
            <a:r>
              <a:rPr lang="en-US" sz="2200" dirty="0"/>
              <a:t>Organized and transformed the relevant data so that comparisons and visualizations could be created.</a:t>
            </a:r>
          </a:p>
          <a:p>
            <a:pPr lvl="1"/>
            <a:r>
              <a:rPr lang="en-US" sz="2200" dirty="0"/>
              <a:t>Grouped and summarized relevant categories to identify patterns and trends.</a:t>
            </a:r>
          </a:p>
          <a:p>
            <a:pPr lvl="1"/>
            <a:r>
              <a:rPr lang="en-US" sz="2200" dirty="0"/>
              <a:t>Prepared the cleaned data for visualization and dashboard presentation, allowing key findings to be communicated clearly to the target audience.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&lt;Please present your results in the following slides.&gt;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8E4C9-4A21-4150-0D1B-16C3664F6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46" y="1664337"/>
            <a:ext cx="8068308" cy="46697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A7806-69D3-A874-01C1-94F46FFE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609" y="1914162"/>
            <a:ext cx="7296783" cy="41849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9F946-FD32-9EE9-F390-F96A22B38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9" y="2726454"/>
            <a:ext cx="5371802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9C76BC-582D-CFB2-840D-0D803EFB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42" y="2691370"/>
            <a:ext cx="5466651" cy="34640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 is the most widely used programming language in the survey data, with 14,943 respondents reporting experience with it. </a:t>
            </a:r>
          </a:p>
          <a:p>
            <a:r>
              <a:rPr lang="en-US" dirty="0"/>
              <a:t>SQL follows with 12,602 respondents, while HTML/CSS has 12,410. </a:t>
            </a:r>
          </a:p>
          <a:p>
            <a:r>
              <a:rPr lang="en-US" dirty="0"/>
              <a:t>TypeScript and Python are also highly represented, with 10,709 and 9,590 respondents respectively.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Implications</a:t>
            </a:r>
          </a:p>
          <a:p>
            <a:endParaRPr/>
          </a:p>
          <a:p>
            <a:r>
              <a:t>The results suggest that learners seeking broad relevance in the developer market should consider prioritizing JavaScript, SQL, TypeScript, and Python. </a:t>
            </a:r>
          </a:p>
          <a:p>
            <a:r>
              <a:t>JavaScript is particularly important for web development, while SQL provides valuable database skills that apply across many data and software roles. </a:t>
            </a:r>
          </a:p>
          <a:p>
            <a:r>
              <a:t>Python's strong representation also supports its value for areas such as data analysis, automation, and backend development.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0122-34BC-E8DD-829C-1D9CBEF52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5" y="2758931"/>
            <a:ext cx="5582429" cy="3305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4AAE75-D878-1009-F759-A5BBDB2CD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384" y="2694001"/>
            <a:ext cx="5582429" cy="33056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1600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/>
            </a:pPr>
            <a:r>
              <a:t>PostgreSQL leads current database usage.</a:t>
            </a:r>
          </a:p>
          <a:p>
            <a:pPr>
              <a:spcAft>
                <a:spcPts val="800"/>
              </a:spcAft>
              <a:defRPr sz="1200"/>
            </a:pPr>
            <a:r>
              <a:t>PostgreSQL is the leading future-interest database.</a:t>
            </a:r>
          </a:p>
          <a:p>
            <a:pPr>
              <a:spcAft>
                <a:spcPts val="800"/>
              </a:spcAft>
              <a:defRPr sz="1200"/>
            </a:pPr>
            <a:r>
              <a:t>Relational databases remain prominent, while MongoDB and other NoSQL options retain strong interest.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t>Findings</a:t>
            </a:r>
          </a:p>
          <a:p>
            <a:endParaRPr/>
          </a:p>
          <a:p>
            <a:r>
              <a:t>• MySQL is the most commonly reported database technology, followed by PostgreSQL and SQLite. </a:t>
            </a:r>
          </a:p>
          <a:p>
            <a:r>
              <a:t>• MongoDB, Microsoft SQL Server and Redis also have notable usage.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t>Implications</a:t>
            </a:r>
          </a:p>
          <a:p>
            <a:endParaRPr/>
          </a:p>
          <a:p>
            <a:r>
              <a:t>• Learners can prioritize MySQL and PostgreSQL for strong foundational database skills. </a:t>
            </a:r>
          </a:p>
          <a:p>
            <a:r>
              <a:t>• SQL plus relational-database skills transfer well to backend development, data analysis and data engineering.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42DF3-5324-314F-4D36-B29734C801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965244" y="1690688"/>
            <a:ext cx="6261511" cy="4351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60F5D4-CF77-217A-4C68-A9E3CCC1B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36954" y="1690688"/>
            <a:ext cx="5918091" cy="4351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2E48BC-B1EF-481B-6BF1-9189C9F570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079258" y="1690688"/>
            <a:ext cx="6033483" cy="4351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• Current usage is led by JavaScript, while JavaScript leads future interest.</a:t>
            </a:r>
          </a:p>
          <a:p>
            <a:pPr>
              <a:spcAft>
                <a:spcPts val="1000"/>
              </a:spcAft>
              <a:defRPr sz="1600"/>
            </a:pPr>
            <a:r>
              <a:t>• PostgreSQL leads current database use, while PostgreSQL has the strongest future interest.</a:t>
            </a:r>
          </a:p>
          <a:p>
            <a:pPr>
              <a:spcAft>
                <a:spcPts val="1000"/>
              </a:spcAft>
              <a:defRPr sz="1600"/>
            </a:pPr>
            <a:r>
              <a:t>• The dashboards show that technology choices vary by role and experience, with remote/hybrid work common among respondents.</a:t>
            </a:r>
          </a:p>
          <a:p>
            <a:pPr>
              <a:spcAft>
                <a:spcPts val="1000"/>
              </a:spcAft>
              <a:defRPr sz="1600"/>
            </a:pPr>
            <a:r>
              <a:t>• The findings support learning a strong combination of programming, SQL/database and practical development skills.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  <a:defRPr sz="1600"/>
            </a:pPr>
            <a:r>
              <a:t>• JavaScript, SQL and HTML/CSS have strong current adoption.</a:t>
            </a:r>
          </a:p>
          <a:p>
            <a:pPr>
              <a:spcAft>
                <a:spcPts val="1000"/>
              </a:spcAft>
              <a:defRPr sz="1600"/>
            </a:pPr>
            <a:r>
              <a:t>• MySQL and PostgreSQL are major database technologies.</a:t>
            </a:r>
          </a:p>
          <a:p>
            <a:pPr>
              <a:spcAft>
                <a:spcPts val="1000"/>
              </a:spcAft>
              <a:defRPr sz="1600"/>
            </a:pPr>
            <a:r>
              <a:t>• Future-interest data shows continued demand for widely used languages and databases.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  <a:defRPr sz="1600"/>
            </a:pPr>
            <a:r>
              <a:t>• Prioritize transferable skills such as JavaScript, Python and SQL.</a:t>
            </a:r>
          </a:p>
          <a:p>
            <a:pPr>
              <a:spcAft>
                <a:spcPts val="1000"/>
              </a:spcAft>
              <a:defRPr sz="1600"/>
            </a:pPr>
            <a:r>
              <a:t>• Build practical projects using relational and modern database technologies.</a:t>
            </a:r>
          </a:p>
          <a:p>
            <a:pPr>
              <a:spcAft>
                <a:spcPts val="1000"/>
              </a:spcAft>
              <a:defRPr sz="1600"/>
            </a:pPr>
            <a:r>
              <a:t>• Combine technical learning with job-market awareness and hands-on experience.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700"/>
            </a:pPr>
            <a:r>
              <a:t>• The survey shows strong adoption of JavaScript, SQL, HTML/CSS and Python.</a:t>
            </a:r>
          </a:p>
          <a:p>
            <a:pPr>
              <a:spcAft>
                <a:spcPts val="1000"/>
              </a:spcAft>
              <a:defRPr sz="1700"/>
            </a:pPr>
            <a:r>
              <a:t>• Database skills, especially SQL and relational databases, remain important.</a:t>
            </a:r>
          </a:p>
          <a:p>
            <a:pPr>
              <a:spcAft>
                <a:spcPts val="1000"/>
              </a:spcAft>
              <a:defRPr sz="1700"/>
            </a:pPr>
            <a:r>
              <a:t>• Future-interest patterns can guide learners toward technologies with sustained relevance.</a:t>
            </a:r>
          </a:p>
          <a:p>
            <a:pPr>
              <a:spcAft>
                <a:spcPts val="1000"/>
              </a:spcAft>
              <a:defRPr sz="1700"/>
            </a:pPr>
            <a:r>
              <a:t>• Successful career preparation should combine technical skills, practical projects and awareness of industry needs.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t>Additional charts are included in the Results and Dashboard sections.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798</Words>
  <Application>Microsoft Office PowerPoint</Application>
  <PresentationFormat>Widescreen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Data Analyst Presentation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Administrator</cp:lastModifiedBy>
  <cp:revision>17</cp:revision>
  <dcterms:created xsi:type="dcterms:W3CDTF">2024-10-30T05:40:03Z</dcterms:created>
  <dcterms:modified xsi:type="dcterms:W3CDTF">2026-09-01T04:37:14Z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